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>
        <p:scale>
          <a:sx n="85" d="100"/>
          <a:sy n="85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3443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0171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410015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684613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173670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58212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04798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659736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118767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9118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778701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13020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9/30/2026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31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594360" y="182880"/>
            <a:ext cx="171935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685800" y="1325880"/>
            <a:ext cx="5869953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Fitness Plan Generator using Gemini Models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832484" y="2076449"/>
            <a:ext cx="9460525" cy="910589"/>
          </a:xfrm>
          <a:prstGeom prst="rect"/>
          <a:solidFill>
            <a:srgbClr val="FFFFFF"/>
          </a:solidFill>
          <a:ln w="25400" cmpd="sng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Team Leader: V. Pranesh</a:t>
            </a:r>
            <a:endParaRPr lang="en-US" altLang="zh-CN" sz="2000" b="0" i="0" u="none" strike="noStrike" kern="1200" cap="none" spc="0" baseline="0">
              <a:solidFill>
                <a:srgbClr val="00000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Team Members: D.priyadharshini, praveen kumar.k,Prithuvaraj.S ,Ragavan M</a:t>
            </a:r>
            <a:endParaRPr lang="zh-CN" altLang="en-US" sz="2000" b="0" i="0" u="none" strike="noStrike" kern="1200" cap="none" spc="0" baseline="0">
              <a:solidFill>
                <a:srgbClr val="00000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11523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594360" y="182880"/>
            <a:ext cx="2334183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Introduction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685800" y="1325880"/>
            <a:ext cx="2356865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What is FitBuddy?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822960" y="2057400"/>
            <a:ext cx="10424161" cy="1882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FitBuddy is an AI-powered fitness planning application.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It uses Gemini models to generate personalized workout and fitness plans.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The plan can be adapted to the user's goals, fitness level, available time, and preferences.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It aims to make fitness guidance simple, accessible, and personalized.</a:t>
            </a:r>
            <a:endParaRPr lang="zh-CN" altLang="en-US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26741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594360" y="182880"/>
            <a:ext cx="340169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Problem Statement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685800" y="1325880"/>
            <a:ext cx="1973922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Why FitBuddy?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822960" y="2057400"/>
            <a:ext cx="10424161" cy="1882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Many beginners do not know how to create a suitable workout routine.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Generic fitness plans may not match individual goals or abilities.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Users often need quick, easy-to-understand guidance.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FitBuddy uses AI to generate a structured plan from user-provided information.</a:t>
            </a:r>
            <a:endParaRPr lang="zh-CN" altLang="en-US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72409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矩形"/>
          <p:cNvSpPr>
            <a:spLocks/>
          </p:cNvSpPr>
          <p:nvPr/>
        </p:nvSpPr>
        <p:spPr>
          <a:xfrm rot="0">
            <a:off x="594360" y="182880"/>
            <a:ext cx="314495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Proposed System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685800" y="1325880"/>
            <a:ext cx="2712059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How FitBuddy Works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822960" y="2057400"/>
            <a:ext cx="10424161" cy="2380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User enters details such as goal, age, fitness level, time, and preferences.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Gemini model processes the information using a suitable prompt.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AI generates a personalized workout and fitness plan.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The plan is displayed in a clear, user-friendly format.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Users can refine the plan by changing their requirements.</a:t>
            </a:r>
            <a:endParaRPr lang="zh-CN" altLang="en-US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855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594360" y="182880"/>
            <a:ext cx="2536875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Technologies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685800" y="1325880"/>
            <a:ext cx="2351316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Technology Stack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822960" y="2057400"/>
            <a:ext cx="10424161" cy="2380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Frontend: Web or mobile user interface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AI: Google Gemini models / Gemini API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Backend: Application server and API integration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Data: User preferences and generated plans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Core concepts: Generative AI, prompt engineering, personalization, and structured output</a:t>
            </a:r>
            <a:endParaRPr lang="zh-CN" altLang="en-US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078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/>
          <p:cNvSpPr>
            <a:spLocks/>
          </p:cNvSpPr>
          <p:nvPr/>
        </p:nvSpPr>
        <p:spPr>
          <a:xfrm rot="0">
            <a:off x="0" y="0"/>
            <a:ext cx="12191694" cy="1051560"/>
          </a:xfrm>
          <a:prstGeom prst="rect"/>
          <a:solidFill>
            <a:srgbClr val="19765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594360" y="182880"/>
            <a:ext cx="408409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Benefits &amp; Future Scope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685800" y="1325880"/>
            <a:ext cx="1546580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28374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Conclusion</a:t>
            </a:r>
            <a:endParaRPr lang="zh-CN" altLang="en-US" sz="2300" b="0" i="0" u="none" strike="noStrike" kern="1200" cap="none" spc="0" baseline="0">
              <a:solidFill>
                <a:srgbClr val="28374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822960" y="2057400"/>
            <a:ext cx="10424161" cy="24726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Benefits: personalized plans, quick generation, simple interaction, and flexible routines.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Future scope: nutrition suggestions, progress tracking, reminders, wearable-device integration, and multilingual support.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FitBuddy demonstrates how Gemini-based Generative AI can support personalized fitness planning.</a:t>
            </a:r>
            <a:endParaRPr lang="en-US" altLang="zh-CN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Thank You</a:t>
            </a:r>
            <a:endParaRPr lang="zh-CN" altLang="en-US" sz="2000" b="0" i="0" u="none" strike="noStrike" kern="1200" cap="none" spc="0" baseline="0">
              <a:solidFill>
                <a:srgbClr val="3741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06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2026-09-30T06:21:19Z</dcterms:modified>
</cp:coreProperties>
</file>